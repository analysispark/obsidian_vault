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2" autoAdjust="0"/>
    <p:restoredTop sz="94688" autoAdjust="0"/>
  </p:normalViewPr>
  <p:slideViewPr>
    <p:cSldViewPr snapToGrid="0" snapToObjects="1">
      <p:cViewPr varScale="1">
        <p:scale>
          <a:sx n="155" d="100"/>
          <a:sy n="155" d="100"/>
        </p:scale>
        <p:origin x="105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82" y="508438"/>
            <a:ext cx="7236008" cy="1468821"/>
          </a:xfrm>
        </p:spPr>
        <p:txBody>
          <a:bodyPr anchor="t"/>
          <a:lstStyle>
            <a:lvl1pPr algn="l">
              <a:defRPr lang="en-US" sz="81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30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신뢰도</a:t>
            </a:r>
            <a:r>
              <a:rPr lang="ko-KR" altLang="en-US" sz="2000" spc="-30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Reliability</a:t>
            </a: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05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신뢰도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발표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80983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dirty="0"/>
              <a:t>박지훈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제목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부제목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이건 테스트</a:t>
            </a:r>
          </a:p>
          <a:p>
            <a:pPr lvl="0"/>
            <a:r>
              <a:t>내용1</a:t>
            </a:r>
          </a:p>
          <a:p>
            <a:pPr lvl="0"/>
            <a:r>
              <a:t>내용2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데이터 수집</a:t>
            </a:r>
          </a:p>
          <a:p>
            <a:pPr lvl="0"/>
            <a:r>
              <a:t>특징 추출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Accuracy: 92%</a:t>
            </a:r>
          </a:p>
          <a:p>
            <a:pPr lvl="0"/>
            <a:r>
              <a:t>Precision: 0.91</a:t>
            </a:r>
          </a:p>
          <a:p>
            <a:pPr lvl="0"/>
            <a:r>
              <a:t>Recall: 0.89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연구목적 달성</a:t>
            </a:r>
          </a:p>
          <a:p>
            <a:pPr lvl="0"/>
            <a:r>
              <a:t>추가 데이터 확보 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회귀분석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선형회귀분석은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이다.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3" t="-1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카이제곱분포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5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기술통계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집단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표준편차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실험군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통제군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연구설계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실험군</a:t>
            </a:r>
          </a:p>
          <a:p>
            <a:pPr lvl="0"/>
            <a:r>
              <a:t>HIIT</a:t>
            </a:r>
          </a:p>
          <a:p>
            <a:pPr lvl="0"/>
            <a:r>
              <a:t>주 3회</a:t>
            </a:r>
          </a:p>
          <a:p>
            <a:pPr lvl="0"/>
            <a:r>
              <a:t>16주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통제군</a:t>
            </a:r>
          </a:p>
          <a:p>
            <a:pPr lvl="0"/>
            <a:r>
              <a:t>일반생활 유지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</Words>
  <Application>Microsoft Macintosh PowerPoint</Application>
  <PresentationFormat>On-screen Show 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ChosunilboNM</vt:lpstr>
      <vt:lpstr>더잠실 3 Regular</vt:lpstr>
      <vt:lpstr>더잠실 5 Bold</vt:lpstr>
      <vt:lpstr>Arial</vt:lpstr>
      <vt:lpstr>Baguet Script</vt:lpstr>
      <vt:lpstr>Calibri</vt:lpstr>
      <vt:lpstr>Cambria Math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테스트 발표</dc:title>
  <dc:creator>박지훈</dc:creator>
  <cp:keywords/>
  <cp:lastModifiedBy>Jihoon Park</cp:lastModifiedBy>
  <cp:revision>10</cp:revision>
  <dcterms:created xsi:type="dcterms:W3CDTF">2026-09-27T09:01:28Z</dcterms:created>
  <dcterms:modified xsi:type="dcterms:W3CDTF">2026-10-05T11:20:20Z</dcterms:modified>
</cp:coreProperties>
</file>