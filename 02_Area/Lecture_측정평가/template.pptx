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92" autoAdjust="0"/>
    <p:restoredTop sz="94688" autoAdjust="0"/>
  </p:normalViewPr>
  <p:slideViewPr>
    <p:cSldViewPr snapToGrid="0" snapToObjects="1">
      <p:cViewPr varScale="1">
        <p:scale>
          <a:sx n="155" d="100"/>
          <a:sy n="155" d="100"/>
        </p:scale>
        <p:origin x="1056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6482" y="508438"/>
            <a:ext cx="7236008" cy="1468821"/>
          </a:xfrm>
        </p:spPr>
        <p:txBody>
          <a:bodyPr anchor="t"/>
          <a:lstStyle>
            <a:lvl1pPr algn="l">
              <a:defRPr lang="en-US" sz="8100" b="0" kern="1200" spc="-150" dirty="0">
                <a:solidFill>
                  <a:prstClr val="black"/>
                </a:solidFill>
                <a:latin typeface="더잠실 5 Bold" panose="00000800000000000000" pitchFamily="2" charset="-127"/>
                <a:ea typeface="더잠실 5 Bold" panose="00000800000000000000" pitchFamily="2" charset="-127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6482" y="2356406"/>
            <a:ext cx="7236008" cy="2278656"/>
          </a:xfrm>
        </p:spPr>
        <p:txBody>
          <a:bodyPr/>
          <a:lstStyle>
            <a:lvl1pPr marL="0" indent="0" algn="l">
              <a:buNone/>
              <a:defRPr lang="en-US" sz="4800" b="0" kern="120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더잠실 5 Bold" panose="00000800000000000000" pitchFamily="2" charset="-127"/>
                <a:ea typeface="더잠실 5 Bold" panose="00000800000000000000" pitchFamily="2" charset="-127"/>
                <a:cs typeface="+mj-c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 anchor="t"/>
          <a:lstStyle>
            <a:lvl1pPr algn="l">
              <a:defRPr lang="en-US" sz="1600" b="1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670" y="1745956"/>
            <a:ext cx="7847518" cy="3143439"/>
          </a:xfrm>
        </p:spPr>
        <p:txBody>
          <a:bodyPr>
            <a:normAutofit/>
          </a:bodyPr>
          <a:lstStyle>
            <a:lvl1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1pPr>
            <a:lvl2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2pPr>
            <a:lvl3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3pPr>
            <a:lvl4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4pPr>
            <a:lvl5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직사각형 2">
            <a:extLst>
              <a:ext uri="{FF2B5EF4-FFF2-40B4-BE49-F238E27FC236}">
                <a16:creationId xmlns:a16="http://schemas.microsoft.com/office/drawing/2014/main" id="{B6799193-8FCF-538C-2194-9918C7848182}"/>
              </a:ext>
            </a:extLst>
          </p:cNvPr>
          <p:cNvSpPr/>
          <p:nvPr userDrawn="1"/>
        </p:nvSpPr>
        <p:spPr>
          <a:xfrm>
            <a:off x="732226" y="960850"/>
            <a:ext cx="7679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u="sng" spc="-300" dirty="0">
                <a:solidFill>
                  <a:schemeClr val="bg1">
                    <a:lumMod val="7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신뢰도</a:t>
            </a: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Reliability</a:t>
            </a:r>
          </a:p>
        </p:txBody>
      </p:sp>
      <p:sp>
        <p:nvSpPr>
          <p:cNvPr id="5" name="직사각형 3">
            <a:extLst>
              <a:ext uri="{FF2B5EF4-FFF2-40B4-BE49-F238E27FC236}">
                <a16:creationId xmlns:a16="http://schemas.microsoft.com/office/drawing/2014/main" id="{4EC77CC4-C135-135A-B36F-F2C6C95DDE92}"/>
              </a:ext>
            </a:extLst>
          </p:cNvPr>
          <p:cNvSpPr/>
          <p:nvPr userDrawn="1"/>
        </p:nvSpPr>
        <p:spPr>
          <a:xfrm>
            <a:off x="500530" y="590968"/>
            <a:ext cx="6536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Section 05 |  </a:t>
            </a:r>
            <a:r>
              <a:rPr lang="ko-KR" altLang="en-US" sz="200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신뢰도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409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2409" y="816768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 err="1"/>
              <a:t>테스트</a:t>
            </a:r>
            <a:r>
              <a:rPr dirty="0"/>
              <a:t> </a:t>
            </a:r>
            <a:r>
              <a:rPr dirty="0" err="1"/>
              <a:t>발표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6482" y="2356406"/>
            <a:ext cx="7236008" cy="809836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박지훈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제목 슬라이드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부제목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연구배경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이건 테스트</a:t>
            </a:r>
          </a:p>
          <a:p>
            <a:pPr lvl="0"/>
            <a:r>
              <a:t>내용1</a:t>
            </a:r>
          </a:p>
          <a:p>
            <a:pPr lvl="0"/>
            <a:r>
              <a:t>내용2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연구방법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데이터 수집</a:t>
            </a:r>
          </a:p>
          <a:p>
            <a:pPr lvl="0"/>
            <a:r>
              <a:t>특징 추출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Accuracy: 92%</a:t>
            </a:r>
          </a:p>
          <a:p>
            <a:pPr lvl="0"/>
            <a:r>
              <a:t>Precision: 0.91</a:t>
            </a:r>
          </a:p>
          <a:p>
            <a:pPr lvl="0"/>
            <a:r>
              <a:t>Recall: 0.89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연구목적 달성</a:t>
            </a:r>
          </a:p>
          <a:p>
            <a:pPr lvl="0"/>
            <a:r>
              <a:t>추가 데이터 확보 필요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회귀분석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선형회귀분석은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이다.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3" t="-1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카이제곱분포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𝑂</m:t>
                                          </m:r>
                                        </m:e>
                                        <m:sub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5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기술통계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89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집단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표준편차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실험군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통제군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연구설계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실험군</a:t>
            </a:r>
          </a:p>
          <a:p>
            <a:pPr lvl="0"/>
            <a:r>
              <a:t>HIIT</a:t>
            </a:r>
          </a:p>
          <a:p>
            <a:pPr lvl="0"/>
            <a:r>
              <a:t>주 3회</a:t>
            </a:r>
          </a:p>
          <a:p>
            <a:pPr lvl="0"/>
            <a:r>
              <a:t>16주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통제군</a:t>
            </a:r>
          </a:p>
          <a:p>
            <a:pPr lvl="0"/>
            <a:r>
              <a:t>일반생활 유지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73</Words>
  <Application>Microsoft Macintosh PowerPoint</Application>
  <PresentationFormat>On-screen Show (16:9)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ChosunilboNM</vt:lpstr>
      <vt:lpstr>더잠실 3 Regular</vt:lpstr>
      <vt:lpstr>더잠실 5 Bold</vt:lpstr>
      <vt:lpstr>Arial</vt:lpstr>
      <vt:lpstr>Baguet Script</vt:lpstr>
      <vt:lpstr>Calibri</vt:lpstr>
      <vt:lpstr>Cambria Math</vt:lpstr>
      <vt:lpstr>Office Theme</vt:lpstr>
      <vt:lpstr>테스트 발표</vt:lpstr>
      <vt:lpstr>제목 슬라이드</vt:lpstr>
      <vt:lpstr>연구배경</vt:lpstr>
      <vt:lpstr>연구방법</vt:lpstr>
      <vt:lpstr>결과</vt:lpstr>
      <vt:lpstr>결론</vt:lpstr>
      <vt:lpstr>회귀분석</vt:lpstr>
      <vt:lpstr>카이제곱분포</vt:lpstr>
      <vt:lpstr>기술통계</vt:lpstr>
      <vt:lpstr>연구설계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테스트 발표</dc:title>
  <dc:creator>박지훈</dc:creator>
  <cp:keywords/>
  <cp:lastModifiedBy>Jihoon Park</cp:lastModifiedBy>
  <cp:revision>10</cp:revision>
  <dcterms:created xsi:type="dcterms:W3CDTF">2026-09-27T09:01:28Z</dcterms:created>
  <dcterms:modified xsi:type="dcterms:W3CDTF">2026-10-05T11:20:12Z</dcterms:modified>
</cp:coreProperties>
</file>