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777" autoAdjust="0"/>
    <p:restoredTop sz="94675" autoAdjust="0"/>
  </p:normalViewPr>
  <p:slideViewPr>
    <p:cSldViewPr snapToGrid="0" snapToObjects="1">
      <p:cViewPr varScale="1">
        <p:scale>
          <a:sx n="165" d="100"/>
          <a:sy n="165" d="100"/>
        </p:scale>
        <p:origin x="1000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6482" y="508438"/>
            <a:ext cx="7236008" cy="1468821"/>
          </a:xfrm>
        </p:spPr>
        <p:txBody>
          <a:bodyPr anchor="t">
            <a:noAutofit/>
          </a:bodyPr>
          <a:lstStyle>
            <a:lvl1pPr algn="l">
              <a:defRPr lang="en-US" sz="7200" b="0" kern="1200" spc="-150" dirty="0">
                <a:solidFill>
                  <a:prstClr val="black"/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/>
          <a:lstStyle>
            <a:lvl1pPr marL="0" indent="0" algn="l">
              <a:buNone/>
              <a:defRPr lang="en-US" sz="4800" b="0" kern="1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 anchor="t"/>
          <a:lstStyle>
            <a:lvl1pPr algn="l">
              <a:defRPr lang="en-US" sz="1600" b="1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>
            <a:normAutofit/>
          </a:bodyPr>
          <a:lstStyle>
            <a:lvl1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  <a:lvl2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2pPr>
            <a:lvl3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3pPr>
            <a:lvl4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4pPr>
            <a:lvl5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B6799193-8FCF-538C-2194-9918C7848182}"/>
              </a:ext>
            </a:extLst>
          </p:cNvPr>
          <p:cNvSpPr/>
          <p:nvPr userDrawn="1"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15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분포</a:t>
            </a:r>
            <a:r>
              <a:rPr lang="ko-KR" altLang="en-US" sz="2000" spc="-15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spc="-150" dirty="0" err="1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Dstribution</a:t>
            </a:r>
            <a:endParaRPr lang="en-US" altLang="ko-KR" sz="1600" spc="-150" dirty="0">
              <a:solidFill>
                <a:schemeClr val="bg1">
                  <a:lumMod val="75000"/>
                </a:schemeClr>
              </a:solidFill>
              <a:latin typeface="Baguet Script" panose="00000500000000000000" pitchFamily="2" charset="0"/>
              <a:ea typeface="ChosunilboNM" panose="02030304000000000000" pitchFamily="18" charset="-128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4EC77CC4-C135-135A-B36F-F2C6C95DDE92}"/>
              </a:ext>
            </a:extLst>
          </p:cNvPr>
          <p:cNvSpPr/>
          <p:nvPr userDrawn="1"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03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분포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09" y="81676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발표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80983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박지훈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제목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부제목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이건 테스트</a:t>
            </a:r>
          </a:p>
          <a:p>
            <a:pPr lvl="0"/>
            <a:r>
              <a:t>내용1</a:t>
            </a:r>
          </a:p>
          <a:p>
            <a:pPr lvl="0"/>
            <a:r>
              <a:t>내용2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데이터 수집</a:t>
            </a:r>
          </a:p>
          <a:p>
            <a:pPr lvl="0"/>
            <a:r>
              <a:t>특징 추출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Accuracy: 92%</a:t>
            </a:r>
          </a:p>
          <a:p>
            <a:pPr lvl="0"/>
            <a:r>
              <a:t>Precision: 0.91</a:t>
            </a:r>
          </a:p>
          <a:p>
            <a:pPr lvl="0"/>
            <a:r>
              <a:t>Recall: 0.89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연구목적 달성</a:t>
            </a:r>
          </a:p>
          <a:p>
            <a:pPr lvl="0"/>
            <a:r>
              <a:t>추가 데이터 확보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회귀분석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선형회귀분석은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이다.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3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카이제곱분포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기술통계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집단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표준편차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실험군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통제군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실험군</a:t>
            </a:r>
          </a:p>
          <a:p>
            <a:pPr lvl="0"/>
            <a:r>
              <a:t>HIIT</a:t>
            </a:r>
          </a:p>
          <a:p>
            <a:pPr lvl="0"/>
            <a:r>
              <a:t>주 3회</a:t>
            </a:r>
          </a:p>
          <a:p>
            <a:pPr lvl="0"/>
            <a:r>
              <a:t>16주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통제군</a:t>
            </a:r>
          </a:p>
          <a:p>
            <a:pPr lvl="0"/>
            <a:r>
              <a:t>일반생활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화면 슬라이드 쇼(16:9)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더잠실 3 Regular</vt:lpstr>
      <vt:lpstr>더잠실 5 Bold</vt:lpstr>
      <vt:lpstr>ChosunilboNM</vt:lpstr>
      <vt:lpstr>Arial</vt:lpstr>
      <vt:lpstr>Baguet Script</vt:lpstr>
      <vt:lpstr>Calibri</vt:lpstr>
      <vt:lpstr>Cambria Math</vt:lpstr>
      <vt:lpstr>Office Theme</vt:lpstr>
      <vt:lpstr>테스트 발표</vt:lpstr>
      <vt:lpstr>제목 슬라이드</vt:lpstr>
      <vt:lpstr>연구배경</vt:lpstr>
      <vt:lpstr>연구방법</vt:lpstr>
      <vt:lpstr>결과</vt:lpstr>
      <vt:lpstr>결론</vt:lpstr>
      <vt:lpstr>회귀분석</vt:lpstr>
      <vt:lpstr>카이제곱분포</vt:lpstr>
      <vt:lpstr>기술통계</vt:lpstr>
      <vt:lpstr>연구설계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테스트 발표</dc:title>
  <dc:creator>박지훈</dc:creator>
  <cp:keywords/>
  <cp:lastModifiedBy>박지훈 (동양무예학과)</cp:lastModifiedBy>
  <cp:revision>10</cp:revision>
  <dcterms:created xsi:type="dcterms:W3CDTF">2026-09-27T09:01:28Z</dcterms:created>
  <dcterms:modified xsi:type="dcterms:W3CDTF">2026-09-30T08:43:17Z</dcterms:modified>
</cp:coreProperties>
</file>